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D8EFF6-8FFA-4D4A-A5E4-4A33F9DD306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668CDB8-8998-423B-9BD5-0E2CFF9A6032}">
      <dgm:prSet phldrT="[Text]"/>
      <dgm:spPr/>
      <dgm:t>
        <a:bodyPr/>
        <a:lstStyle/>
        <a:p>
          <a:pPr>
            <a:buNone/>
          </a:pPr>
          <a:r>
            <a:rPr lang="en-IN" dirty="0"/>
            <a:t>User </a:t>
          </a:r>
        </a:p>
      </dgm:t>
    </dgm:pt>
    <dgm:pt modelId="{B202D7FA-DA90-4111-BE15-5FA5C0DAF6C5}" cxnId="{63DB1E35-8D33-4FF1-8432-A90F5BB7E3F6}" type="parTrans">
      <dgm:prSet/>
      <dgm:spPr/>
      <dgm:t>
        <a:bodyPr/>
        <a:lstStyle/>
        <a:p>
          <a:endParaRPr lang="en-IN"/>
        </a:p>
      </dgm:t>
    </dgm:pt>
    <dgm:pt modelId="{8DF5B9FF-16EC-4506-BD45-2DD00C0A9E77}" cxnId="{63DB1E35-8D33-4FF1-8432-A90F5BB7E3F6}" type="sibTrans">
      <dgm:prSet/>
      <dgm:spPr/>
      <dgm:t>
        <a:bodyPr/>
        <a:lstStyle/>
        <a:p>
          <a:endParaRPr lang="en-IN"/>
        </a:p>
      </dgm:t>
    </dgm:pt>
    <dgm:pt modelId="{67DA40C4-9ECB-413E-9FEC-5DB48D51F1B1}">
      <dgm:prSet phldrT="[Text]"/>
      <dgm:spPr/>
      <dgm:t>
        <a:bodyPr/>
        <a:lstStyle/>
        <a:p>
          <a:pPr>
            <a:buNone/>
          </a:pPr>
          <a:r>
            <a:rPr lang="en-IN" dirty="0"/>
            <a:t>Frontend (UI)</a:t>
          </a:r>
        </a:p>
      </dgm:t>
    </dgm:pt>
    <dgm:pt modelId="{60146297-3BFB-4FE7-9B9C-59ADEFC02FCF}" cxnId="{372D7F36-440A-45C8-BE98-B9CC1BEC5EB7}" type="parTrans">
      <dgm:prSet/>
      <dgm:spPr/>
      <dgm:t>
        <a:bodyPr/>
        <a:lstStyle/>
        <a:p>
          <a:endParaRPr lang="en-IN"/>
        </a:p>
      </dgm:t>
    </dgm:pt>
    <dgm:pt modelId="{BA1F80D0-FB7A-4029-86BC-CE6EC2C917E2}" cxnId="{372D7F36-440A-45C8-BE98-B9CC1BEC5EB7}" type="sibTrans">
      <dgm:prSet/>
      <dgm:spPr/>
      <dgm:t>
        <a:bodyPr/>
        <a:lstStyle/>
        <a:p>
          <a:endParaRPr lang="en-IN"/>
        </a:p>
      </dgm:t>
    </dgm:pt>
    <dgm:pt modelId="{9FC45B21-71D6-47D8-BCF2-02C0F426863E}">
      <dgm:prSet phldrT="[Text]"/>
      <dgm:spPr/>
      <dgm:t>
        <a:bodyPr/>
        <a:lstStyle/>
        <a:p>
          <a:pPr>
            <a:buNone/>
          </a:pPr>
          <a:r>
            <a:rPr lang="en-IN" dirty="0"/>
            <a:t>Flask Backend </a:t>
          </a:r>
        </a:p>
      </dgm:t>
    </dgm:pt>
    <dgm:pt modelId="{60C1C3FA-07A2-48C8-A97D-D9B544A78C67}" cxnId="{B72A929D-D43A-4195-B7AA-243CEC471C3A}" type="parTrans">
      <dgm:prSet/>
      <dgm:spPr/>
      <dgm:t>
        <a:bodyPr/>
        <a:lstStyle/>
        <a:p>
          <a:endParaRPr lang="en-IN"/>
        </a:p>
      </dgm:t>
    </dgm:pt>
    <dgm:pt modelId="{6D195831-BA51-4B81-9059-0B9EEED95320}" cxnId="{B72A929D-D43A-4195-B7AA-243CEC471C3A}" type="sibTrans">
      <dgm:prSet/>
      <dgm:spPr/>
      <dgm:t>
        <a:bodyPr/>
        <a:lstStyle/>
        <a:p>
          <a:endParaRPr lang="en-IN"/>
        </a:p>
      </dgm:t>
    </dgm:pt>
    <dgm:pt modelId="{CE439864-9250-4851-8A54-1D3919409192}">
      <dgm:prSet/>
      <dgm:spPr/>
      <dgm:t>
        <a:bodyPr/>
        <a:lstStyle/>
        <a:p>
          <a:pPr>
            <a:buNone/>
          </a:pPr>
          <a:r>
            <a:rPr lang="en-IN"/>
            <a:t>AI Core (GPT + Safety Filter)</a:t>
          </a:r>
        </a:p>
      </dgm:t>
    </dgm:pt>
    <dgm:pt modelId="{06A97C3E-C4B2-420E-A8D6-68030EA652C7}" cxnId="{FAE4C81F-16A4-4C62-B3D0-D2EA64CDC4F5}" type="parTrans">
      <dgm:prSet/>
      <dgm:spPr/>
      <dgm:t>
        <a:bodyPr/>
        <a:lstStyle/>
        <a:p>
          <a:endParaRPr lang="en-IN"/>
        </a:p>
      </dgm:t>
    </dgm:pt>
    <dgm:pt modelId="{718DD48F-D590-480C-A00A-30A2729AEDE2}" cxnId="{FAE4C81F-16A4-4C62-B3D0-D2EA64CDC4F5}" type="sibTrans">
      <dgm:prSet/>
      <dgm:spPr/>
      <dgm:t>
        <a:bodyPr/>
        <a:lstStyle/>
        <a:p>
          <a:endParaRPr lang="en-IN"/>
        </a:p>
      </dgm:t>
    </dgm:pt>
    <dgm:pt modelId="{E387C83B-A881-4747-BA25-AD40D491B097}">
      <dgm:prSet/>
      <dgm:spPr/>
      <dgm:t>
        <a:bodyPr/>
        <a:lstStyle/>
        <a:p>
          <a:pPr>
            <a:buNone/>
          </a:pPr>
          <a:r>
            <a:rPr lang="en-IN" dirty="0"/>
            <a:t>Database (MongoDB).</a:t>
          </a:r>
        </a:p>
      </dgm:t>
    </dgm:pt>
    <dgm:pt modelId="{BA589C30-1C86-4118-821B-62973166221C}" cxnId="{CB70CE2B-091D-494B-9749-AB3177B6DF30}" type="parTrans">
      <dgm:prSet/>
      <dgm:spPr/>
      <dgm:t>
        <a:bodyPr/>
        <a:lstStyle/>
        <a:p>
          <a:endParaRPr lang="en-IN"/>
        </a:p>
      </dgm:t>
    </dgm:pt>
    <dgm:pt modelId="{F65348BA-37C7-4032-92CF-1506E676291A}" cxnId="{CB70CE2B-091D-494B-9749-AB3177B6DF30}" type="sibTrans">
      <dgm:prSet/>
      <dgm:spPr/>
      <dgm:t>
        <a:bodyPr/>
        <a:lstStyle/>
        <a:p>
          <a:endParaRPr lang="en-IN"/>
        </a:p>
      </dgm:t>
    </dgm:pt>
    <dgm:pt modelId="{FA01F461-A79B-4AA4-8B51-6005F31DB9AC}" type="pres">
      <dgm:prSet presAssocID="{B2D8EFF6-8FFA-4D4A-A5E4-4A33F9DD3061}" presName="Name0" presStyleCnt="0">
        <dgm:presLayoutVars>
          <dgm:dir/>
          <dgm:resizeHandles val="exact"/>
        </dgm:presLayoutVars>
      </dgm:prSet>
      <dgm:spPr/>
    </dgm:pt>
    <dgm:pt modelId="{4BEFB825-6055-4A5F-BA7E-0894E69E6D18}" type="pres">
      <dgm:prSet presAssocID="{1668CDB8-8998-423B-9BD5-0E2CFF9A6032}" presName="node" presStyleLbl="node1" presStyleIdx="0" presStyleCnt="5">
        <dgm:presLayoutVars>
          <dgm:bulletEnabled val="1"/>
        </dgm:presLayoutVars>
      </dgm:prSet>
      <dgm:spPr/>
    </dgm:pt>
    <dgm:pt modelId="{83A76ACD-A8EF-45F6-8F67-7727E03BD9DE}" type="pres">
      <dgm:prSet presAssocID="{8DF5B9FF-16EC-4506-BD45-2DD00C0A9E77}" presName="sibTrans" presStyleLbl="sibTrans2D1" presStyleIdx="0" presStyleCnt="4"/>
      <dgm:spPr/>
    </dgm:pt>
    <dgm:pt modelId="{1F10402C-B098-43B9-9D9A-A450880B54BC}" type="pres">
      <dgm:prSet presAssocID="{8DF5B9FF-16EC-4506-BD45-2DD00C0A9E77}" presName="connectorText" presStyleLbl="sibTrans2D1" presStyleIdx="0" presStyleCnt="4"/>
      <dgm:spPr/>
    </dgm:pt>
    <dgm:pt modelId="{BD250E28-0A5E-4806-9B9F-CCD6097E3ACD}" type="pres">
      <dgm:prSet presAssocID="{67DA40C4-9ECB-413E-9FEC-5DB48D51F1B1}" presName="node" presStyleLbl="node1" presStyleIdx="1" presStyleCnt="5">
        <dgm:presLayoutVars>
          <dgm:bulletEnabled val="1"/>
        </dgm:presLayoutVars>
      </dgm:prSet>
      <dgm:spPr/>
    </dgm:pt>
    <dgm:pt modelId="{D704FFDC-B327-44D9-BDC7-CE9C695E36E1}" type="pres">
      <dgm:prSet presAssocID="{BA1F80D0-FB7A-4029-86BC-CE6EC2C917E2}" presName="sibTrans" presStyleLbl="sibTrans2D1" presStyleIdx="1" presStyleCnt="4"/>
      <dgm:spPr/>
    </dgm:pt>
    <dgm:pt modelId="{3469FD87-3AEF-4580-89C3-DC25882338A5}" type="pres">
      <dgm:prSet presAssocID="{BA1F80D0-FB7A-4029-86BC-CE6EC2C917E2}" presName="connectorText" presStyleLbl="sibTrans2D1" presStyleIdx="1" presStyleCnt="4"/>
      <dgm:spPr/>
    </dgm:pt>
    <dgm:pt modelId="{FB96BC90-6CD1-4B12-B532-F86D256EBB7E}" type="pres">
      <dgm:prSet presAssocID="{9FC45B21-71D6-47D8-BCF2-02C0F426863E}" presName="node" presStyleLbl="node1" presStyleIdx="2" presStyleCnt="5">
        <dgm:presLayoutVars>
          <dgm:bulletEnabled val="1"/>
        </dgm:presLayoutVars>
      </dgm:prSet>
      <dgm:spPr/>
    </dgm:pt>
    <dgm:pt modelId="{4428AF84-74DF-472F-AE5E-EA2B82DFB851}" type="pres">
      <dgm:prSet presAssocID="{6D195831-BA51-4B81-9059-0B9EEED95320}" presName="sibTrans" presStyleLbl="sibTrans2D1" presStyleIdx="2" presStyleCnt="4"/>
      <dgm:spPr/>
    </dgm:pt>
    <dgm:pt modelId="{D5067944-5965-4BDB-B3B1-B829D13F6C99}" type="pres">
      <dgm:prSet presAssocID="{6D195831-BA51-4B81-9059-0B9EEED95320}" presName="connectorText" presStyleLbl="sibTrans2D1" presStyleIdx="2" presStyleCnt="4"/>
      <dgm:spPr/>
    </dgm:pt>
    <dgm:pt modelId="{0C1E356A-6BDA-4EFB-87F4-A596EF12B02B}" type="pres">
      <dgm:prSet presAssocID="{CE439864-9250-4851-8A54-1D3919409192}" presName="node" presStyleLbl="node1" presStyleIdx="3" presStyleCnt="5">
        <dgm:presLayoutVars>
          <dgm:bulletEnabled val="1"/>
        </dgm:presLayoutVars>
      </dgm:prSet>
      <dgm:spPr/>
    </dgm:pt>
    <dgm:pt modelId="{2FCB418C-A200-4A62-85E3-9DDBEA53CB22}" type="pres">
      <dgm:prSet presAssocID="{718DD48F-D590-480C-A00A-30A2729AEDE2}" presName="sibTrans" presStyleLbl="sibTrans2D1" presStyleIdx="3" presStyleCnt="4"/>
      <dgm:spPr/>
    </dgm:pt>
    <dgm:pt modelId="{794CA682-5D5A-4785-A874-395688417540}" type="pres">
      <dgm:prSet presAssocID="{718DD48F-D590-480C-A00A-30A2729AEDE2}" presName="connectorText" presStyleLbl="sibTrans2D1" presStyleIdx="3" presStyleCnt="4"/>
      <dgm:spPr/>
    </dgm:pt>
    <dgm:pt modelId="{B2823DFC-D0F4-40AB-B850-7B2148B90100}" type="pres">
      <dgm:prSet presAssocID="{E387C83B-A881-4747-BA25-AD40D491B097}" presName="node" presStyleLbl="node1" presStyleIdx="4" presStyleCnt="5">
        <dgm:presLayoutVars>
          <dgm:bulletEnabled val="1"/>
        </dgm:presLayoutVars>
      </dgm:prSet>
      <dgm:spPr/>
    </dgm:pt>
  </dgm:ptLst>
  <dgm:cxnLst>
    <dgm:cxn modelId="{10A13A0F-BFD5-49BF-8A9B-D75D15804E79}" type="presOf" srcId="{E387C83B-A881-4747-BA25-AD40D491B097}" destId="{B2823DFC-D0F4-40AB-B850-7B2148B90100}" srcOrd="0" destOrd="0" presId="urn:microsoft.com/office/officeart/2005/8/layout/process1"/>
    <dgm:cxn modelId="{FAE4C81F-16A4-4C62-B3D0-D2EA64CDC4F5}" srcId="{B2D8EFF6-8FFA-4D4A-A5E4-4A33F9DD3061}" destId="{CE439864-9250-4851-8A54-1D3919409192}" srcOrd="3" destOrd="0" parTransId="{06A97C3E-C4B2-420E-A8D6-68030EA652C7}" sibTransId="{718DD48F-D590-480C-A00A-30A2729AEDE2}"/>
    <dgm:cxn modelId="{E9F7CF25-84F2-45A8-9A1E-246D5DFA8D44}" type="presOf" srcId="{8DF5B9FF-16EC-4506-BD45-2DD00C0A9E77}" destId="{83A76ACD-A8EF-45F6-8F67-7727E03BD9DE}" srcOrd="0" destOrd="0" presId="urn:microsoft.com/office/officeart/2005/8/layout/process1"/>
    <dgm:cxn modelId="{CB70CE2B-091D-494B-9749-AB3177B6DF30}" srcId="{B2D8EFF6-8FFA-4D4A-A5E4-4A33F9DD3061}" destId="{E387C83B-A881-4747-BA25-AD40D491B097}" srcOrd="4" destOrd="0" parTransId="{BA589C30-1C86-4118-821B-62973166221C}" sibTransId="{F65348BA-37C7-4032-92CF-1506E676291A}"/>
    <dgm:cxn modelId="{9A08F632-4805-424E-9C89-9FB0EF161DA1}" type="presOf" srcId="{718DD48F-D590-480C-A00A-30A2729AEDE2}" destId="{794CA682-5D5A-4785-A874-395688417540}" srcOrd="1" destOrd="0" presId="urn:microsoft.com/office/officeart/2005/8/layout/process1"/>
    <dgm:cxn modelId="{63DB1E35-8D33-4FF1-8432-A90F5BB7E3F6}" srcId="{B2D8EFF6-8FFA-4D4A-A5E4-4A33F9DD3061}" destId="{1668CDB8-8998-423B-9BD5-0E2CFF9A6032}" srcOrd="0" destOrd="0" parTransId="{B202D7FA-DA90-4111-BE15-5FA5C0DAF6C5}" sibTransId="{8DF5B9FF-16EC-4506-BD45-2DD00C0A9E77}"/>
    <dgm:cxn modelId="{7B6A6735-2052-47F6-99CA-FCD596D1D9A8}" type="presOf" srcId="{6D195831-BA51-4B81-9059-0B9EEED95320}" destId="{4428AF84-74DF-472F-AE5E-EA2B82DFB851}" srcOrd="0" destOrd="0" presId="urn:microsoft.com/office/officeart/2005/8/layout/process1"/>
    <dgm:cxn modelId="{CCAFE435-58A5-4543-A562-BA3A77FEB30D}" type="presOf" srcId="{6D195831-BA51-4B81-9059-0B9EEED95320}" destId="{D5067944-5965-4BDB-B3B1-B829D13F6C99}" srcOrd="1" destOrd="0" presId="urn:microsoft.com/office/officeart/2005/8/layout/process1"/>
    <dgm:cxn modelId="{372D7F36-440A-45C8-BE98-B9CC1BEC5EB7}" srcId="{B2D8EFF6-8FFA-4D4A-A5E4-4A33F9DD3061}" destId="{67DA40C4-9ECB-413E-9FEC-5DB48D51F1B1}" srcOrd="1" destOrd="0" parTransId="{60146297-3BFB-4FE7-9B9C-59ADEFC02FCF}" sibTransId="{BA1F80D0-FB7A-4029-86BC-CE6EC2C917E2}"/>
    <dgm:cxn modelId="{1CCEA936-B870-4F80-B53A-39112E649D94}" type="presOf" srcId="{BA1F80D0-FB7A-4029-86BC-CE6EC2C917E2}" destId="{3469FD87-3AEF-4580-89C3-DC25882338A5}" srcOrd="1" destOrd="0" presId="urn:microsoft.com/office/officeart/2005/8/layout/process1"/>
    <dgm:cxn modelId="{DF665161-53F1-4FC4-B353-781F1C37A962}" type="presOf" srcId="{1668CDB8-8998-423B-9BD5-0E2CFF9A6032}" destId="{4BEFB825-6055-4A5F-BA7E-0894E69E6D18}" srcOrd="0" destOrd="0" presId="urn:microsoft.com/office/officeart/2005/8/layout/process1"/>
    <dgm:cxn modelId="{D49D2363-1802-485C-926D-439A25C7D9CB}" type="presOf" srcId="{B2D8EFF6-8FFA-4D4A-A5E4-4A33F9DD3061}" destId="{FA01F461-A79B-4AA4-8B51-6005F31DB9AC}" srcOrd="0" destOrd="0" presId="urn:microsoft.com/office/officeart/2005/8/layout/process1"/>
    <dgm:cxn modelId="{89A48E63-B3F0-48BE-B867-06876D1918B4}" type="presOf" srcId="{CE439864-9250-4851-8A54-1D3919409192}" destId="{0C1E356A-6BDA-4EFB-87F4-A596EF12B02B}" srcOrd="0" destOrd="0" presId="urn:microsoft.com/office/officeart/2005/8/layout/process1"/>
    <dgm:cxn modelId="{89C2FC95-A162-4ABA-8D81-FEA1F8FA04EC}" type="presOf" srcId="{8DF5B9FF-16EC-4506-BD45-2DD00C0A9E77}" destId="{1F10402C-B098-43B9-9D9A-A450880B54BC}" srcOrd="1" destOrd="0" presId="urn:microsoft.com/office/officeart/2005/8/layout/process1"/>
    <dgm:cxn modelId="{29951B98-E24E-49EB-BDE2-9945A895997B}" type="presOf" srcId="{718DD48F-D590-480C-A00A-30A2729AEDE2}" destId="{2FCB418C-A200-4A62-85E3-9DDBEA53CB22}" srcOrd="0" destOrd="0" presId="urn:microsoft.com/office/officeart/2005/8/layout/process1"/>
    <dgm:cxn modelId="{B72A929D-D43A-4195-B7AA-243CEC471C3A}" srcId="{B2D8EFF6-8FFA-4D4A-A5E4-4A33F9DD3061}" destId="{9FC45B21-71D6-47D8-BCF2-02C0F426863E}" srcOrd="2" destOrd="0" parTransId="{60C1C3FA-07A2-48C8-A97D-D9B544A78C67}" sibTransId="{6D195831-BA51-4B81-9059-0B9EEED95320}"/>
    <dgm:cxn modelId="{B01677C7-D07E-4318-ACCA-321A6CAAE83B}" type="presOf" srcId="{9FC45B21-71D6-47D8-BCF2-02C0F426863E}" destId="{FB96BC90-6CD1-4B12-B532-F86D256EBB7E}" srcOrd="0" destOrd="0" presId="urn:microsoft.com/office/officeart/2005/8/layout/process1"/>
    <dgm:cxn modelId="{31A3E8EF-0DAF-4045-9EB8-9FBC68087109}" type="presOf" srcId="{67DA40C4-9ECB-413E-9FEC-5DB48D51F1B1}" destId="{BD250E28-0A5E-4806-9B9F-CCD6097E3ACD}" srcOrd="0" destOrd="0" presId="urn:microsoft.com/office/officeart/2005/8/layout/process1"/>
    <dgm:cxn modelId="{A6E73AF8-83CA-41FE-906B-44F22E586E5A}" type="presOf" srcId="{BA1F80D0-FB7A-4029-86BC-CE6EC2C917E2}" destId="{D704FFDC-B327-44D9-BDC7-CE9C695E36E1}" srcOrd="0" destOrd="0" presId="urn:microsoft.com/office/officeart/2005/8/layout/process1"/>
    <dgm:cxn modelId="{CA0E941E-FBD2-4492-96C6-1FD71E3D559C}" type="presParOf" srcId="{FA01F461-A79B-4AA4-8B51-6005F31DB9AC}" destId="{4BEFB825-6055-4A5F-BA7E-0894E69E6D18}" srcOrd="0" destOrd="0" presId="urn:microsoft.com/office/officeart/2005/8/layout/process1"/>
    <dgm:cxn modelId="{99AF61DB-793B-491F-9169-DE9E3E234159}" type="presParOf" srcId="{FA01F461-A79B-4AA4-8B51-6005F31DB9AC}" destId="{83A76ACD-A8EF-45F6-8F67-7727E03BD9DE}" srcOrd="1" destOrd="0" presId="urn:microsoft.com/office/officeart/2005/8/layout/process1"/>
    <dgm:cxn modelId="{3A5B3D3A-8D2B-44E0-A2CE-76CE03322FF7}" type="presParOf" srcId="{83A76ACD-A8EF-45F6-8F67-7727E03BD9DE}" destId="{1F10402C-B098-43B9-9D9A-A450880B54BC}" srcOrd="0" destOrd="0" presId="urn:microsoft.com/office/officeart/2005/8/layout/process1"/>
    <dgm:cxn modelId="{92B44C84-76ED-47BB-B347-C98E88D603C9}" type="presParOf" srcId="{FA01F461-A79B-4AA4-8B51-6005F31DB9AC}" destId="{BD250E28-0A5E-4806-9B9F-CCD6097E3ACD}" srcOrd="2" destOrd="0" presId="urn:microsoft.com/office/officeart/2005/8/layout/process1"/>
    <dgm:cxn modelId="{59590E0A-1994-466C-8B89-0CA1A1C3AF8C}" type="presParOf" srcId="{FA01F461-A79B-4AA4-8B51-6005F31DB9AC}" destId="{D704FFDC-B327-44D9-BDC7-CE9C695E36E1}" srcOrd="3" destOrd="0" presId="urn:microsoft.com/office/officeart/2005/8/layout/process1"/>
    <dgm:cxn modelId="{132E7E8E-448D-4E80-B55F-E3B387302659}" type="presParOf" srcId="{D704FFDC-B327-44D9-BDC7-CE9C695E36E1}" destId="{3469FD87-3AEF-4580-89C3-DC25882338A5}" srcOrd="0" destOrd="0" presId="urn:microsoft.com/office/officeart/2005/8/layout/process1"/>
    <dgm:cxn modelId="{0F62D37E-26A7-4E8D-A78B-D55B163BBA90}" type="presParOf" srcId="{FA01F461-A79B-4AA4-8B51-6005F31DB9AC}" destId="{FB96BC90-6CD1-4B12-B532-F86D256EBB7E}" srcOrd="4" destOrd="0" presId="urn:microsoft.com/office/officeart/2005/8/layout/process1"/>
    <dgm:cxn modelId="{D89CBB5C-61F1-406F-95BD-254D98D74EE4}" type="presParOf" srcId="{FA01F461-A79B-4AA4-8B51-6005F31DB9AC}" destId="{4428AF84-74DF-472F-AE5E-EA2B82DFB851}" srcOrd="5" destOrd="0" presId="urn:microsoft.com/office/officeart/2005/8/layout/process1"/>
    <dgm:cxn modelId="{3A2A60B2-284D-4825-A75B-EEFFB5AE2E4F}" type="presParOf" srcId="{4428AF84-74DF-472F-AE5E-EA2B82DFB851}" destId="{D5067944-5965-4BDB-B3B1-B829D13F6C99}" srcOrd="0" destOrd="0" presId="urn:microsoft.com/office/officeart/2005/8/layout/process1"/>
    <dgm:cxn modelId="{31BF881F-A920-411C-834D-737E4DDB3120}" type="presParOf" srcId="{FA01F461-A79B-4AA4-8B51-6005F31DB9AC}" destId="{0C1E356A-6BDA-4EFB-87F4-A596EF12B02B}" srcOrd="6" destOrd="0" presId="urn:microsoft.com/office/officeart/2005/8/layout/process1"/>
    <dgm:cxn modelId="{B6478AAE-EE45-4F7B-9B55-EC781B651524}" type="presParOf" srcId="{FA01F461-A79B-4AA4-8B51-6005F31DB9AC}" destId="{2FCB418C-A200-4A62-85E3-9DDBEA53CB22}" srcOrd="7" destOrd="0" presId="urn:microsoft.com/office/officeart/2005/8/layout/process1"/>
    <dgm:cxn modelId="{F3E549DE-8CB9-4E6F-A28E-88F0A9239907}" type="presParOf" srcId="{2FCB418C-A200-4A62-85E3-9DDBEA53CB22}" destId="{794CA682-5D5A-4785-A874-395688417540}" srcOrd="0" destOrd="0" presId="urn:microsoft.com/office/officeart/2005/8/layout/process1"/>
    <dgm:cxn modelId="{15D07631-96A4-4737-B000-12E626ADF4B4}" type="presParOf" srcId="{FA01F461-A79B-4AA4-8B51-6005F31DB9AC}" destId="{B2823DFC-D0F4-40AB-B850-7B2148B90100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672052" cy="2153264"/>
        <a:chOff x="0" y="0"/>
        <a:chExt cx="8672052" cy="2153264"/>
      </a:xfrm>
    </dsp:grpSpPr>
    <dsp:sp modelId="{4BEFB825-6055-4A5F-BA7E-0894E69E6D18}">
      <dsp:nvSpPr>
        <dsp:cNvPr id="3" name="Rounded Rectangle 2"/>
        <dsp:cNvSpPr/>
      </dsp:nvSpPr>
      <dsp:spPr bwMode="white">
        <a:xfrm>
          <a:off x="0" y="651499"/>
          <a:ext cx="1313947" cy="85026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User </a:t>
          </a:r>
        </a:p>
      </dsp:txBody>
      <dsp:txXfrm>
        <a:off x="0" y="651499"/>
        <a:ext cx="1313947" cy="850265"/>
      </dsp:txXfrm>
    </dsp:sp>
    <dsp:sp modelId="{83A76ACD-A8EF-45F6-8F67-7727E03BD9DE}">
      <dsp:nvSpPr>
        <dsp:cNvPr id="4" name="Right Arrow 3"/>
        <dsp:cNvSpPr/>
      </dsp:nvSpPr>
      <dsp:spPr bwMode="white">
        <a:xfrm>
          <a:off x="1437458" y="913703"/>
          <a:ext cx="278557" cy="32585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/>
        </a:p>
      </dsp:txBody>
      <dsp:txXfrm>
        <a:off x="1437458" y="913703"/>
        <a:ext cx="278557" cy="325859"/>
      </dsp:txXfrm>
    </dsp:sp>
    <dsp:sp modelId="{BD250E28-0A5E-4806-9B9F-CCD6097E3ACD}">
      <dsp:nvSpPr>
        <dsp:cNvPr id="5" name="Rounded Rectangle 4"/>
        <dsp:cNvSpPr/>
      </dsp:nvSpPr>
      <dsp:spPr bwMode="white">
        <a:xfrm>
          <a:off x="1839526" y="651499"/>
          <a:ext cx="1313947" cy="85026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Frontend (UI)</a:t>
          </a:r>
        </a:p>
      </dsp:txBody>
      <dsp:txXfrm>
        <a:off x="1839526" y="651499"/>
        <a:ext cx="1313947" cy="850265"/>
      </dsp:txXfrm>
    </dsp:sp>
    <dsp:sp modelId="{D704FFDC-B327-44D9-BDC7-CE9C695E36E1}">
      <dsp:nvSpPr>
        <dsp:cNvPr id="6" name="Right Arrow 5"/>
        <dsp:cNvSpPr/>
      </dsp:nvSpPr>
      <dsp:spPr bwMode="white">
        <a:xfrm>
          <a:off x="3276984" y="913703"/>
          <a:ext cx="278557" cy="32585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/>
        </a:p>
      </dsp:txBody>
      <dsp:txXfrm>
        <a:off x="3276984" y="913703"/>
        <a:ext cx="278557" cy="325859"/>
      </dsp:txXfrm>
    </dsp:sp>
    <dsp:sp modelId="{FB96BC90-6CD1-4B12-B532-F86D256EBB7E}">
      <dsp:nvSpPr>
        <dsp:cNvPr id="7" name="Rounded Rectangle 6"/>
        <dsp:cNvSpPr/>
      </dsp:nvSpPr>
      <dsp:spPr bwMode="white">
        <a:xfrm>
          <a:off x="3679052" y="651499"/>
          <a:ext cx="1313947" cy="85026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Flask Backend </a:t>
          </a:r>
        </a:p>
      </dsp:txBody>
      <dsp:txXfrm>
        <a:off x="3679052" y="651499"/>
        <a:ext cx="1313947" cy="850265"/>
      </dsp:txXfrm>
    </dsp:sp>
    <dsp:sp modelId="{4428AF84-74DF-472F-AE5E-EA2B82DFB851}">
      <dsp:nvSpPr>
        <dsp:cNvPr id="8" name="Right Arrow 7"/>
        <dsp:cNvSpPr/>
      </dsp:nvSpPr>
      <dsp:spPr bwMode="white">
        <a:xfrm>
          <a:off x="5116511" y="913703"/>
          <a:ext cx="278557" cy="32585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/>
        </a:p>
      </dsp:txBody>
      <dsp:txXfrm>
        <a:off x="5116511" y="913703"/>
        <a:ext cx="278557" cy="325859"/>
      </dsp:txXfrm>
    </dsp:sp>
    <dsp:sp modelId="{0C1E356A-6BDA-4EFB-87F4-A596EF12B02B}">
      <dsp:nvSpPr>
        <dsp:cNvPr id="9" name="Rounded Rectangle 8"/>
        <dsp:cNvSpPr/>
      </dsp:nvSpPr>
      <dsp:spPr bwMode="white">
        <a:xfrm>
          <a:off x="5518579" y="651499"/>
          <a:ext cx="1313947" cy="85026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/>
            <a:t>AI Core (GPT + Safety Filter)</a:t>
          </a:r>
        </a:p>
      </dsp:txBody>
      <dsp:txXfrm>
        <a:off x="5518579" y="651499"/>
        <a:ext cx="1313947" cy="850265"/>
      </dsp:txXfrm>
    </dsp:sp>
    <dsp:sp modelId="{2FCB418C-A200-4A62-85E3-9DDBEA53CB22}">
      <dsp:nvSpPr>
        <dsp:cNvPr id="10" name="Right Arrow 9"/>
        <dsp:cNvSpPr/>
      </dsp:nvSpPr>
      <dsp:spPr bwMode="white">
        <a:xfrm>
          <a:off x="6956037" y="913703"/>
          <a:ext cx="278557" cy="32585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/>
        </a:p>
      </dsp:txBody>
      <dsp:txXfrm>
        <a:off x="6956037" y="913703"/>
        <a:ext cx="278557" cy="325859"/>
      </dsp:txXfrm>
    </dsp:sp>
    <dsp:sp modelId="{B2823DFC-D0F4-40AB-B850-7B2148B90100}">
      <dsp:nvSpPr>
        <dsp:cNvPr id="11" name="Rounded Rectangle 10"/>
        <dsp:cNvSpPr/>
      </dsp:nvSpPr>
      <dsp:spPr bwMode="white">
        <a:xfrm>
          <a:off x="7358105" y="651499"/>
          <a:ext cx="1313947" cy="85026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Database (MongoDB).</a:t>
          </a:r>
        </a:p>
      </dsp:txBody>
      <dsp:txXfrm>
        <a:off x="7358105" y="651499"/>
        <a:ext cx="1313947" cy="8502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154955" y="1660194"/>
            <a:ext cx="9540945" cy="113877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b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 Black" panose="020B0A04020102020204" pitchFamily="34" charset="0"/>
              </a:rPr>
            </a:br>
            <a:r>
              <a:rPr kumimoji="0" lang="en-US" altLang="en-US" sz="3200" b="1" i="1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 Black" panose="020B0A04020102020204" pitchFamily="34" charset="0"/>
              </a:rPr>
              <a:t>WellBot – System Architecture Overview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 Black" panose="020B0A04020102020204" pitchFamily="34" charset="0"/>
              </a:rPr>
              <a:t>. 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00297" y="3043371"/>
            <a:ext cx="627088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kumimoji="0" lang="en-US" altLang="en-US" sz="2400" b="1" i="1" u="none" strike="noStrike" cap="none" normalizeH="0" baseline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rial Black" panose="020B0A04020102020204" pitchFamily="34" charset="0"/>
              </a:rPr>
              <a:t>AI-Based Wellness Chatbot System</a:t>
            </a:r>
            <a:r>
              <a:rPr kumimoji="0" lang="en-US" altLang="en-US" sz="1800" b="1" i="0" u="none" strike="noStrike" cap="none" normalizeH="0" baseline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rial" panose="020B0604020202020204" pitchFamily="34" charset="0"/>
              </a:rPr>
              <a:t>. </a:t>
            </a:r>
            <a:endParaRPr kumimoji="0" lang="en-US" altLang="en-US" sz="1800" b="1" i="0" u="none" strike="noStrike" cap="none" normalizeH="0" baseline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1" i="0" u="none" strike="noStrike" cap="none" normalizeH="0" baseline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80619" y="5073444"/>
            <a:ext cx="3529780" cy="796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Presented by:</a:t>
            </a:r>
            <a:endParaRPr lang="en-IN" dirty="0"/>
          </a:p>
          <a:p>
            <a:pPr algn="ctr"/>
            <a:r>
              <a:rPr lang="en-IN" dirty="0"/>
              <a:t>Sakshi Zade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844" y="2113581"/>
            <a:ext cx="8338627" cy="860400"/>
          </a:xfrm>
        </p:spPr>
        <p:txBody>
          <a:bodyPr/>
          <a:lstStyle/>
          <a:p>
            <a:r>
              <a:rPr lang="en-IN" dirty="0"/>
              <a:t>Architecture Highlights 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6916" y="4758359"/>
            <a:ext cx="916366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lgerian" panose="04020705040A02060702" pitchFamily="82" charset="0"/>
              </a:rPr>
              <a:t>main components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lgerian" panose="04020705040A02060702" pitchFamily="82" charset="0"/>
            </a:endParaRPr>
          </a:p>
        </p:txBody>
      </p:sp>
      <p:sp>
        <p:nvSpPr>
          <p:cNvPr id="9" name="Flowchart: Process 8"/>
          <p:cNvSpPr/>
          <p:nvPr/>
        </p:nvSpPr>
        <p:spPr>
          <a:xfrm>
            <a:off x="2605548" y="5378243"/>
            <a:ext cx="2684205" cy="48178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Flask Backend                                                                                                          </a:t>
            </a:r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10" name="Flowchart: Process 9"/>
          <p:cNvSpPr/>
          <p:nvPr/>
        </p:nvSpPr>
        <p:spPr>
          <a:xfrm>
            <a:off x="5958348" y="5378244"/>
            <a:ext cx="2802194" cy="48178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OpenAI GPT-3.5</a:t>
            </a:r>
            <a:endParaRPr lang="en-IN" dirty="0"/>
          </a:p>
        </p:txBody>
      </p:sp>
      <p:sp>
        <p:nvSpPr>
          <p:cNvPr id="11" name="Flowchart: Process 10"/>
          <p:cNvSpPr/>
          <p:nvPr/>
        </p:nvSpPr>
        <p:spPr>
          <a:xfrm>
            <a:off x="5958348" y="6056671"/>
            <a:ext cx="2802194" cy="4607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MongoDB </a:t>
            </a:r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Flowchart: Process 11"/>
          <p:cNvSpPr/>
          <p:nvPr/>
        </p:nvSpPr>
        <p:spPr>
          <a:xfrm>
            <a:off x="2605549" y="6056671"/>
            <a:ext cx="2684205" cy="4607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Safety Filter </a:t>
            </a:r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Backend Layer 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95543" y="2727926"/>
            <a:ext cx="876141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Flask framework for API management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RESTful APIs for communication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Middleware for authentication and safety checks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Flask framework for API management.</a:t>
            </a:r>
            <a:endParaRPr lang="en-US" altLang="en-US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• Error handling &amp; logging system.</a:t>
            </a:r>
            <a:endParaRPr lang="en-US" altLang="en-US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rcRect l="50000" t="11899" r="8468" b="7384"/>
          <a:stretch>
            <a:fillRect/>
          </a:stretch>
        </p:blipFill>
        <p:spPr>
          <a:xfrm>
            <a:off x="6666272" y="2727926"/>
            <a:ext cx="2890684" cy="316010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AI Core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572986"/>
            <a:ext cx="489435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GPT-3.5 for natural language understanding.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Empathetic response generation.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Crisis keyword detection.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Context-aware conversation memory.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21452" t="32832" r="51290" b="20287"/>
          <a:stretch>
            <a:fillRect/>
          </a:stretch>
        </p:blipFill>
        <p:spPr>
          <a:xfrm>
            <a:off x="6735097" y="2831689"/>
            <a:ext cx="3323304" cy="32151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70161" t="41290" r="13145" b="29462"/>
          <a:stretch>
            <a:fillRect/>
          </a:stretch>
        </p:blipFill>
        <p:spPr>
          <a:xfrm>
            <a:off x="4380271" y="636170"/>
            <a:ext cx="1519084" cy="14970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Layer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434487"/>
            <a:ext cx="518924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 for chat logs, profiles, mood tracking.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Document-based storage for flexibility.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queries for fast retrieval.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 &amp; recovery mechanisms.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66290" t="26953" r="9473" b="37205"/>
          <a:stretch>
            <a:fillRect/>
          </a:stretch>
        </p:blipFill>
        <p:spPr>
          <a:xfrm>
            <a:off x="5240594" y="3959780"/>
            <a:ext cx="2954930" cy="24580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66290" t="34123" r="9473" b="22294"/>
          <a:stretch>
            <a:fillRect/>
          </a:stretch>
        </p:blipFill>
        <p:spPr>
          <a:xfrm>
            <a:off x="8438902" y="3136490"/>
            <a:ext cx="2954930" cy="29890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&amp; Safety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54722" y="3739284"/>
            <a:ext cx="469524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OAuth for authentication.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SHA-256 hashing for sensitive data.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Crisis detection integrated.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 (RBAC).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67339" t="27097" r="10322" b="33764"/>
          <a:stretch>
            <a:fillRect/>
          </a:stretch>
        </p:blipFill>
        <p:spPr>
          <a:xfrm>
            <a:off x="6882579" y="3274344"/>
            <a:ext cx="2723536" cy="26842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/>
        </p:nvGraphicFramePr>
        <p:xfrm>
          <a:off x="1342104" y="1120878"/>
          <a:ext cx="8672052" cy="2153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rcRect l="26451" t="26236" r="21855" b="30609"/>
          <a:stretch>
            <a:fillRect/>
          </a:stretch>
        </p:blipFill>
        <p:spPr>
          <a:xfrm>
            <a:off x="1061884" y="3156155"/>
            <a:ext cx="6302478" cy="2959510"/>
          </a:xfrm>
          <a:prstGeom prst="rect">
            <a:avLst/>
          </a:prstGeom>
        </p:spPr>
      </p:pic>
      <p:sp>
        <p:nvSpPr>
          <p:cNvPr id="5" name="Flowchart: Process 4"/>
          <p:cNvSpPr/>
          <p:nvPr/>
        </p:nvSpPr>
        <p:spPr>
          <a:xfrm>
            <a:off x="1524000" y="530942"/>
            <a:ext cx="7875639" cy="589936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System Flow Diagram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7452851" y="3290501"/>
            <a:ext cx="423770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 of information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sends a message.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2.Frontend passes it to Flask Backend.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 Filter checks the content.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GPT-3.5 generates a response.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 saves the chat and updates mood/stress logs.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cycle repeats every time the user interacts.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2690336"/>
            <a:ext cx="497123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Modular, scalable, secure architecture.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Empathetic, real-time wellness support.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Balances AI intelligence with user safety.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Future-ready for integration with mobile apps.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64194" t="26523" r="3629" b="36344"/>
          <a:stretch>
            <a:fillRect/>
          </a:stretch>
        </p:blipFill>
        <p:spPr>
          <a:xfrm>
            <a:off x="6685935" y="2894387"/>
            <a:ext cx="3923071" cy="25465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60967" t="42150" r="4033" b="33907"/>
          <a:stretch>
            <a:fillRect/>
          </a:stretch>
        </p:blipFill>
        <p:spPr>
          <a:xfrm>
            <a:off x="1435509" y="4444182"/>
            <a:ext cx="4267201" cy="1641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             Thank you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{D386B1BB-D53B-4B23-A413-36C75945ADD7}TF229edf6a-8a49-49ee-a0a6-5037052947485fb3ca0c-bc27bf41d645</Template>
  <TotalTime>0</TotalTime>
  <Words>1435</Words>
  <Application>WPS Presentation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Wingdings 3</vt:lpstr>
      <vt:lpstr>Arial</vt:lpstr>
      <vt:lpstr>Arial Black</vt:lpstr>
      <vt:lpstr>Algerian</vt:lpstr>
      <vt:lpstr>Arial Rounded MT Bold</vt:lpstr>
      <vt:lpstr>Aptos Display</vt:lpstr>
      <vt:lpstr>Segoe UI Variable Display</vt:lpstr>
      <vt:lpstr>Century Gothic</vt:lpstr>
      <vt:lpstr>Microsoft YaHei</vt:lpstr>
      <vt:lpstr>Arial Unicode MS</vt:lpstr>
      <vt:lpstr>Calibri</vt:lpstr>
      <vt:lpstr>Ion Boardroom</vt:lpstr>
      <vt:lpstr> WellBot – System Architecture Overview. </vt:lpstr>
      <vt:lpstr>Architecture Highlights </vt:lpstr>
      <vt:lpstr>Backend Layer </vt:lpstr>
      <vt:lpstr>    AI Core</vt:lpstr>
      <vt:lpstr>Database Layer</vt:lpstr>
      <vt:lpstr>Security &amp; Safety</vt:lpstr>
      <vt:lpstr>PowerPoint 演示文稿</vt:lpstr>
      <vt:lpstr>Conclusion</vt:lpstr>
      <vt:lpstr>              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Zade</dc:creator>
  <cp:lastModifiedBy>Sakshi Z</cp:lastModifiedBy>
  <cp:revision>3</cp:revision>
  <dcterms:created xsi:type="dcterms:W3CDTF">2026-02-12T11:09:00Z</dcterms:created>
  <dcterms:modified xsi:type="dcterms:W3CDTF">2026-03-30T13:15:21Z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D6094A4FBCE243E395AD3D6E57D8F6A5_13</vt:lpwstr>
  </property>
  <property fmtid="{D5CDD505-2E9C-101B-9397-08002B2CF9AE}" pid="3" name="KSOProductBuildVer">
    <vt:lpwstr>1033-12.2.0.23196</vt:lpwstr>
  </property>
</Properties>
</file>